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33B1DD-D8F6-4495-8943-3EE1F306974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1C051DB-158A-4179-99EB-036B8DDBA05A}">
      <dgm:prSet/>
      <dgm:spPr/>
      <dgm:t>
        <a:bodyPr/>
        <a:lstStyle/>
        <a:p>
          <a:r>
            <a:rPr lang="en-US" b="1" i="1" u="sng" dirty="0"/>
            <a:t>AI-Learning Assistant</a:t>
          </a:r>
          <a:endParaRPr lang="en-IN" dirty="0"/>
        </a:p>
      </dgm:t>
    </dgm:pt>
    <dgm:pt modelId="{79721B77-C469-4D8C-ACD0-534C2583A51A}" type="parTrans" cxnId="{D8FA2445-DD4E-4C03-9003-0175998878A7}">
      <dgm:prSet/>
      <dgm:spPr/>
      <dgm:t>
        <a:bodyPr/>
        <a:lstStyle/>
        <a:p>
          <a:endParaRPr lang="en-IN"/>
        </a:p>
      </dgm:t>
    </dgm:pt>
    <dgm:pt modelId="{98EC22EE-226D-4B81-A680-FA91E947D250}" type="sibTrans" cxnId="{D8FA2445-DD4E-4C03-9003-0175998878A7}">
      <dgm:prSet/>
      <dgm:spPr/>
      <dgm:t>
        <a:bodyPr/>
        <a:lstStyle/>
        <a:p>
          <a:endParaRPr lang="en-IN"/>
        </a:p>
      </dgm:t>
    </dgm:pt>
    <dgm:pt modelId="{8EF66A83-B9F3-439E-BE83-CF13F01F8BAF}" type="pres">
      <dgm:prSet presAssocID="{F633B1DD-D8F6-4495-8943-3EE1F3069744}" presName="linear" presStyleCnt="0">
        <dgm:presLayoutVars>
          <dgm:animLvl val="lvl"/>
          <dgm:resizeHandles val="exact"/>
        </dgm:presLayoutVars>
      </dgm:prSet>
      <dgm:spPr/>
    </dgm:pt>
    <dgm:pt modelId="{819CDB2D-B8F2-416E-9DBF-32FC0207D03B}" type="pres">
      <dgm:prSet presAssocID="{81C051DB-158A-4179-99EB-036B8DDBA05A}" presName="parentText" presStyleLbl="node1" presStyleIdx="0" presStyleCnt="1" custScaleY="109054">
        <dgm:presLayoutVars>
          <dgm:chMax val="0"/>
          <dgm:bulletEnabled val="1"/>
        </dgm:presLayoutVars>
      </dgm:prSet>
      <dgm:spPr/>
    </dgm:pt>
  </dgm:ptLst>
  <dgm:cxnLst>
    <dgm:cxn modelId="{D8FA2445-DD4E-4C03-9003-0175998878A7}" srcId="{F633B1DD-D8F6-4495-8943-3EE1F3069744}" destId="{81C051DB-158A-4179-99EB-036B8DDBA05A}" srcOrd="0" destOrd="0" parTransId="{79721B77-C469-4D8C-ACD0-534C2583A51A}" sibTransId="{98EC22EE-226D-4B81-A680-FA91E947D250}"/>
    <dgm:cxn modelId="{3CB12A4B-2907-4A5C-B332-1BCF5AF91F7C}" type="presOf" srcId="{81C051DB-158A-4179-99EB-036B8DDBA05A}" destId="{819CDB2D-B8F2-416E-9DBF-32FC0207D03B}" srcOrd="0" destOrd="0" presId="urn:microsoft.com/office/officeart/2005/8/layout/vList2"/>
    <dgm:cxn modelId="{D22660E0-C236-4AE2-9BDD-CD98620DBAFC}" type="presOf" srcId="{F633B1DD-D8F6-4495-8943-3EE1F3069744}" destId="{8EF66A83-B9F3-439E-BE83-CF13F01F8BAF}" srcOrd="0" destOrd="0" presId="urn:microsoft.com/office/officeart/2005/8/layout/vList2"/>
    <dgm:cxn modelId="{36A4C1A3-3856-4EEC-9226-C9918EBF9A18}" type="presParOf" srcId="{8EF66A83-B9F3-439E-BE83-CF13F01F8BAF}" destId="{819CDB2D-B8F2-416E-9DBF-32FC0207D03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201B98-F4DD-41B0-9656-D119C8450987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F61A845-99F3-4BCF-9B88-3A27F19CB7BF}">
      <dgm:prSet/>
      <dgm:spPr/>
      <dgm:t>
        <a:bodyPr/>
        <a:lstStyle/>
        <a:p>
          <a:r>
            <a:rPr lang="en-US"/>
            <a:t>The Problem I Solve</a:t>
          </a:r>
          <a:endParaRPr lang="en-IN"/>
        </a:p>
      </dgm:t>
    </dgm:pt>
    <dgm:pt modelId="{CE6E6B0E-0304-41D2-8F9C-F50B61BED171}" type="parTrans" cxnId="{68A29D3E-E5A9-4ADB-BA06-A604BEF6181D}">
      <dgm:prSet/>
      <dgm:spPr/>
      <dgm:t>
        <a:bodyPr/>
        <a:lstStyle/>
        <a:p>
          <a:endParaRPr lang="en-IN"/>
        </a:p>
      </dgm:t>
    </dgm:pt>
    <dgm:pt modelId="{ACA82A80-4423-4FA3-ACE2-1E11D8A781A3}" type="sibTrans" cxnId="{68A29D3E-E5A9-4ADB-BA06-A604BEF6181D}">
      <dgm:prSet/>
      <dgm:spPr/>
      <dgm:t>
        <a:bodyPr/>
        <a:lstStyle/>
        <a:p>
          <a:endParaRPr lang="en-IN"/>
        </a:p>
      </dgm:t>
    </dgm:pt>
    <dgm:pt modelId="{4580E17B-515D-46E3-B6A2-5CD43AE595EC}">
      <dgm:prSet/>
      <dgm:spPr/>
      <dgm:t>
        <a:bodyPr/>
        <a:lstStyle/>
        <a:p>
          <a:r>
            <a:rPr lang="en-US"/>
            <a:t>Educational Challenges:</a:t>
          </a:r>
          <a:endParaRPr lang="en-IN"/>
        </a:p>
      </dgm:t>
    </dgm:pt>
    <dgm:pt modelId="{DECD4122-DB28-446F-A709-4331F1429552}" type="parTrans" cxnId="{80D2733A-07A8-4D08-BDA1-79374CC77CFA}">
      <dgm:prSet/>
      <dgm:spPr/>
      <dgm:t>
        <a:bodyPr/>
        <a:lstStyle/>
        <a:p>
          <a:endParaRPr lang="en-IN"/>
        </a:p>
      </dgm:t>
    </dgm:pt>
    <dgm:pt modelId="{2495B998-B68B-408B-9960-DF75DBCBBF3D}" type="sibTrans" cxnId="{80D2733A-07A8-4D08-BDA1-79374CC77CFA}">
      <dgm:prSet/>
      <dgm:spPr/>
      <dgm:t>
        <a:bodyPr/>
        <a:lstStyle/>
        <a:p>
          <a:endParaRPr lang="en-IN"/>
        </a:p>
      </dgm:t>
    </dgm:pt>
    <dgm:pt modelId="{80245847-6E1C-46CA-A20B-D90F7A892165}">
      <dgm:prSet/>
      <dgm:spPr/>
      <dgm:t>
        <a:bodyPr/>
        <a:lstStyle/>
        <a:p>
          <a:r>
            <a:rPr lang="en-IN"/>
            <a:t>Students Struggle with complex concepts</a:t>
          </a:r>
        </a:p>
      </dgm:t>
    </dgm:pt>
    <dgm:pt modelId="{55AEF187-C338-4CBD-8630-1A4AF8D43427}" type="parTrans" cxnId="{034AF1B9-1D99-47E8-9843-D25913BE0AD9}">
      <dgm:prSet/>
      <dgm:spPr/>
      <dgm:t>
        <a:bodyPr/>
        <a:lstStyle/>
        <a:p>
          <a:endParaRPr lang="en-IN"/>
        </a:p>
      </dgm:t>
    </dgm:pt>
    <dgm:pt modelId="{9F33B720-02CB-46CA-A5D8-4A9EEA6B4D3A}" type="sibTrans" cxnId="{034AF1B9-1D99-47E8-9843-D25913BE0AD9}">
      <dgm:prSet/>
      <dgm:spPr/>
      <dgm:t>
        <a:bodyPr/>
        <a:lstStyle/>
        <a:p>
          <a:endParaRPr lang="en-IN"/>
        </a:p>
      </dgm:t>
    </dgm:pt>
    <dgm:pt modelId="{D93CFDB0-BBCD-475D-A24D-38CE945C0716}">
      <dgm:prSet/>
      <dgm:spPr/>
      <dgm:t>
        <a:bodyPr/>
        <a:lstStyle/>
        <a:p>
          <a:r>
            <a:rPr lang="en-IN"/>
            <a:t>Need instant help but teachers aren’t always available</a:t>
          </a:r>
        </a:p>
      </dgm:t>
    </dgm:pt>
    <dgm:pt modelId="{488DFBC2-029C-4500-9202-5E38C2CF29AC}" type="parTrans" cxnId="{AA2FEE70-3BD7-4C63-8464-C23A569341E1}">
      <dgm:prSet/>
      <dgm:spPr/>
      <dgm:t>
        <a:bodyPr/>
        <a:lstStyle/>
        <a:p>
          <a:endParaRPr lang="en-IN"/>
        </a:p>
      </dgm:t>
    </dgm:pt>
    <dgm:pt modelId="{5713F6D6-33EB-4C87-BFC1-3379A427BED0}" type="sibTrans" cxnId="{AA2FEE70-3BD7-4C63-8464-C23A569341E1}">
      <dgm:prSet/>
      <dgm:spPr/>
      <dgm:t>
        <a:bodyPr/>
        <a:lstStyle/>
        <a:p>
          <a:endParaRPr lang="en-IN"/>
        </a:p>
      </dgm:t>
    </dgm:pt>
    <dgm:pt modelId="{86E9B3CC-C031-4C17-BF7E-902CB3FDFEE3}">
      <dgm:prSet/>
      <dgm:spPr/>
      <dgm:t>
        <a:bodyPr/>
        <a:lstStyle/>
        <a:p>
          <a:r>
            <a:rPr lang="en-IN"/>
            <a:t>Language barriers</a:t>
          </a:r>
        </a:p>
      </dgm:t>
    </dgm:pt>
    <dgm:pt modelId="{D0B2C3D1-FF01-4AF2-BC6A-6C97A2DC31B1}" type="parTrans" cxnId="{7E4A3535-8C40-4D14-B0D4-03AA120150DD}">
      <dgm:prSet/>
      <dgm:spPr/>
      <dgm:t>
        <a:bodyPr/>
        <a:lstStyle/>
        <a:p>
          <a:endParaRPr lang="en-IN"/>
        </a:p>
      </dgm:t>
    </dgm:pt>
    <dgm:pt modelId="{336C33A4-29A6-4AE0-AC63-BD09CE39969B}" type="sibTrans" cxnId="{7E4A3535-8C40-4D14-B0D4-03AA120150DD}">
      <dgm:prSet/>
      <dgm:spPr/>
      <dgm:t>
        <a:bodyPr/>
        <a:lstStyle/>
        <a:p>
          <a:endParaRPr lang="en-IN"/>
        </a:p>
      </dgm:t>
    </dgm:pt>
    <dgm:pt modelId="{8A5FBBDB-CC70-4200-AD2B-DEC542FAD304}">
      <dgm:prSet/>
      <dgm:spPr/>
      <dgm:t>
        <a:bodyPr/>
        <a:lstStyle/>
        <a:p>
          <a:r>
            <a:rPr lang="en-IN"/>
            <a:t>Help in multiple languages(Hindi &amp; English)</a:t>
          </a:r>
        </a:p>
      </dgm:t>
    </dgm:pt>
    <dgm:pt modelId="{09C99207-72EC-4EB1-BE80-E432E4647ED9}" type="parTrans" cxnId="{C9D10DE9-A5F9-442F-AE4D-D76C5C538333}">
      <dgm:prSet/>
      <dgm:spPr/>
      <dgm:t>
        <a:bodyPr/>
        <a:lstStyle/>
        <a:p>
          <a:endParaRPr lang="en-IN"/>
        </a:p>
      </dgm:t>
    </dgm:pt>
    <dgm:pt modelId="{765B0975-3F4E-4261-B107-75EAF7144ECE}" type="sibTrans" cxnId="{C9D10DE9-A5F9-442F-AE4D-D76C5C538333}">
      <dgm:prSet/>
      <dgm:spPr/>
      <dgm:t>
        <a:bodyPr/>
        <a:lstStyle/>
        <a:p>
          <a:endParaRPr lang="en-IN"/>
        </a:p>
      </dgm:t>
    </dgm:pt>
    <dgm:pt modelId="{8BB8DCA7-834B-4A99-AB5E-15B7AA1C6727}">
      <dgm:prSet/>
      <dgm:spPr/>
      <dgm:t>
        <a:bodyPr/>
        <a:lstStyle/>
        <a:p>
          <a:r>
            <a:rPr lang="en-IN"/>
            <a:t>Homework image analysis</a:t>
          </a:r>
        </a:p>
      </dgm:t>
    </dgm:pt>
    <dgm:pt modelId="{175B194E-5979-4A80-90D1-D695F450E50E}" type="parTrans" cxnId="{DB726133-A02C-40AF-BA77-E9411F8E225E}">
      <dgm:prSet/>
      <dgm:spPr/>
      <dgm:t>
        <a:bodyPr/>
        <a:lstStyle/>
        <a:p>
          <a:endParaRPr lang="en-IN"/>
        </a:p>
      </dgm:t>
    </dgm:pt>
    <dgm:pt modelId="{57DE7D71-C288-466C-8FB8-9D1A817DD23A}" type="sibTrans" cxnId="{DB726133-A02C-40AF-BA77-E9411F8E225E}">
      <dgm:prSet/>
      <dgm:spPr/>
      <dgm:t>
        <a:bodyPr/>
        <a:lstStyle/>
        <a:p>
          <a:endParaRPr lang="en-IN"/>
        </a:p>
      </dgm:t>
    </dgm:pt>
    <dgm:pt modelId="{363A2BCA-FC69-47F8-BF97-A193E491982A}" type="pres">
      <dgm:prSet presAssocID="{A6201B98-F4DD-41B0-9656-D119C8450987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9D5B73C7-9286-4A29-A52B-B731C915073E}" type="pres">
      <dgm:prSet presAssocID="{7F61A845-99F3-4BCF-9B88-3A27F19CB7BF}" presName="circle1" presStyleLbl="node1" presStyleIdx="0" presStyleCnt="4"/>
      <dgm:spPr/>
    </dgm:pt>
    <dgm:pt modelId="{27AE7841-CC8C-4508-82C5-50EDF5332CD8}" type="pres">
      <dgm:prSet presAssocID="{7F61A845-99F3-4BCF-9B88-3A27F19CB7BF}" presName="space" presStyleCnt="0"/>
      <dgm:spPr/>
    </dgm:pt>
    <dgm:pt modelId="{0876D14B-0AB5-46A5-AB34-CA8DAA7C77C9}" type="pres">
      <dgm:prSet presAssocID="{7F61A845-99F3-4BCF-9B88-3A27F19CB7BF}" presName="rect1" presStyleLbl="alignAcc1" presStyleIdx="0" presStyleCnt="4"/>
      <dgm:spPr/>
    </dgm:pt>
    <dgm:pt modelId="{A5721437-6B48-45DC-B6B9-26B4CBB431EE}" type="pres">
      <dgm:prSet presAssocID="{4580E17B-515D-46E3-B6A2-5CD43AE595EC}" presName="vertSpace2" presStyleLbl="node1" presStyleIdx="0" presStyleCnt="4"/>
      <dgm:spPr/>
    </dgm:pt>
    <dgm:pt modelId="{54F0E965-F471-4CA5-84FC-5967D43E71A1}" type="pres">
      <dgm:prSet presAssocID="{4580E17B-515D-46E3-B6A2-5CD43AE595EC}" presName="circle2" presStyleLbl="node1" presStyleIdx="1" presStyleCnt="4"/>
      <dgm:spPr/>
    </dgm:pt>
    <dgm:pt modelId="{BFDBFB15-37FD-48C6-826F-1CCDED319D08}" type="pres">
      <dgm:prSet presAssocID="{4580E17B-515D-46E3-B6A2-5CD43AE595EC}" presName="rect2" presStyleLbl="alignAcc1" presStyleIdx="1" presStyleCnt="4"/>
      <dgm:spPr/>
    </dgm:pt>
    <dgm:pt modelId="{55869BCB-B764-4293-9EFB-D4ED57DD1F57}" type="pres">
      <dgm:prSet presAssocID="{D93CFDB0-BBCD-475D-A24D-38CE945C0716}" presName="vertSpace3" presStyleLbl="node1" presStyleIdx="1" presStyleCnt="4"/>
      <dgm:spPr/>
    </dgm:pt>
    <dgm:pt modelId="{74CEA48E-5BF4-4DF9-BE9B-54E0AA7BE491}" type="pres">
      <dgm:prSet presAssocID="{D93CFDB0-BBCD-475D-A24D-38CE945C0716}" presName="circle3" presStyleLbl="node1" presStyleIdx="2" presStyleCnt="4"/>
      <dgm:spPr/>
    </dgm:pt>
    <dgm:pt modelId="{2D12C40F-1120-4334-B3FE-BC0885E01244}" type="pres">
      <dgm:prSet presAssocID="{D93CFDB0-BBCD-475D-A24D-38CE945C0716}" presName="rect3" presStyleLbl="alignAcc1" presStyleIdx="2" presStyleCnt="4"/>
      <dgm:spPr/>
    </dgm:pt>
    <dgm:pt modelId="{BE0EF525-B7F6-4BA3-8352-0ADA5F297830}" type="pres">
      <dgm:prSet presAssocID="{8A5FBBDB-CC70-4200-AD2B-DEC542FAD304}" presName="vertSpace4" presStyleLbl="node1" presStyleIdx="2" presStyleCnt="4"/>
      <dgm:spPr/>
    </dgm:pt>
    <dgm:pt modelId="{4ADD65B2-CEDC-463B-BB6F-91DD565350E7}" type="pres">
      <dgm:prSet presAssocID="{8A5FBBDB-CC70-4200-AD2B-DEC542FAD304}" presName="circle4" presStyleLbl="node1" presStyleIdx="3" presStyleCnt="4"/>
      <dgm:spPr/>
    </dgm:pt>
    <dgm:pt modelId="{969D0203-4F64-45DF-92D5-750F5AD90233}" type="pres">
      <dgm:prSet presAssocID="{8A5FBBDB-CC70-4200-AD2B-DEC542FAD304}" presName="rect4" presStyleLbl="alignAcc1" presStyleIdx="3" presStyleCnt="4"/>
      <dgm:spPr/>
    </dgm:pt>
    <dgm:pt modelId="{C4C9D32D-696C-41A3-95F9-757CECFAA6A4}" type="pres">
      <dgm:prSet presAssocID="{7F61A845-99F3-4BCF-9B88-3A27F19CB7BF}" presName="rect1ParTx" presStyleLbl="alignAcc1" presStyleIdx="3" presStyleCnt="4">
        <dgm:presLayoutVars>
          <dgm:chMax val="1"/>
          <dgm:bulletEnabled val="1"/>
        </dgm:presLayoutVars>
      </dgm:prSet>
      <dgm:spPr/>
    </dgm:pt>
    <dgm:pt modelId="{96B0D3BF-CBAE-4EA3-B28B-5B59A1D76DA3}" type="pres">
      <dgm:prSet presAssocID="{7F61A845-99F3-4BCF-9B88-3A27F19CB7BF}" presName="rect1ChTx" presStyleLbl="alignAcc1" presStyleIdx="3" presStyleCnt="4">
        <dgm:presLayoutVars>
          <dgm:bulletEnabled val="1"/>
        </dgm:presLayoutVars>
      </dgm:prSet>
      <dgm:spPr/>
    </dgm:pt>
    <dgm:pt modelId="{62D31F86-5388-403E-8B58-3CD314533EEF}" type="pres">
      <dgm:prSet presAssocID="{4580E17B-515D-46E3-B6A2-5CD43AE595EC}" presName="rect2ParTx" presStyleLbl="alignAcc1" presStyleIdx="3" presStyleCnt="4">
        <dgm:presLayoutVars>
          <dgm:chMax val="1"/>
          <dgm:bulletEnabled val="1"/>
        </dgm:presLayoutVars>
      </dgm:prSet>
      <dgm:spPr/>
    </dgm:pt>
    <dgm:pt modelId="{46A2E647-D7D1-4B40-A726-CAF46811C9F4}" type="pres">
      <dgm:prSet presAssocID="{4580E17B-515D-46E3-B6A2-5CD43AE595EC}" presName="rect2ChTx" presStyleLbl="alignAcc1" presStyleIdx="3" presStyleCnt="4">
        <dgm:presLayoutVars>
          <dgm:bulletEnabled val="1"/>
        </dgm:presLayoutVars>
      </dgm:prSet>
      <dgm:spPr/>
    </dgm:pt>
    <dgm:pt modelId="{80CADF24-550A-47DE-83CE-7DF11C63BB35}" type="pres">
      <dgm:prSet presAssocID="{D93CFDB0-BBCD-475D-A24D-38CE945C0716}" presName="rect3ParTx" presStyleLbl="alignAcc1" presStyleIdx="3" presStyleCnt="4">
        <dgm:presLayoutVars>
          <dgm:chMax val="1"/>
          <dgm:bulletEnabled val="1"/>
        </dgm:presLayoutVars>
      </dgm:prSet>
      <dgm:spPr/>
    </dgm:pt>
    <dgm:pt modelId="{4529563F-3A70-47F3-83B8-60E7D62B2269}" type="pres">
      <dgm:prSet presAssocID="{D93CFDB0-BBCD-475D-A24D-38CE945C0716}" presName="rect3ChTx" presStyleLbl="alignAcc1" presStyleIdx="3" presStyleCnt="4">
        <dgm:presLayoutVars>
          <dgm:bulletEnabled val="1"/>
        </dgm:presLayoutVars>
      </dgm:prSet>
      <dgm:spPr/>
    </dgm:pt>
    <dgm:pt modelId="{2DC158DA-C309-48D2-8B39-FC8BACA2EC74}" type="pres">
      <dgm:prSet presAssocID="{8A5FBBDB-CC70-4200-AD2B-DEC542FAD304}" presName="rect4ParTx" presStyleLbl="alignAcc1" presStyleIdx="3" presStyleCnt="4">
        <dgm:presLayoutVars>
          <dgm:chMax val="1"/>
          <dgm:bulletEnabled val="1"/>
        </dgm:presLayoutVars>
      </dgm:prSet>
      <dgm:spPr/>
    </dgm:pt>
    <dgm:pt modelId="{34B01E26-1020-4F8E-9DF6-7A28EA05ADA9}" type="pres">
      <dgm:prSet presAssocID="{8A5FBBDB-CC70-4200-AD2B-DEC542FAD304}" presName="rect4ChTx" presStyleLbl="alignAcc1" presStyleIdx="3" presStyleCnt="4">
        <dgm:presLayoutVars>
          <dgm:bulletEnabled val="1"/>
        </dgm:presLayoutVars>
      </dgm:prSet>
      <dgm:spPr/>
    </dgm:pt>
  </dgm:ptLst>
  <dgm:cxnLst>
    <dgm:cxn modelId="{508FA00F-B769-4782-9937-69EF62C143B5}" type="presOf" srcId="{80245847-6E1C-46CA-A20B-D90F7A892165}" destId="{46A2E647-D7D1-4B40-A726-CAF46811C9F4}" srcOrd="0" destOrd="0" presId="urn:microsoft.com/office/officeart/2005/8/layout/target3"/>
    <dgm:cxn modelId="{DB726133-A02C-40AF-BA77-E9411F8E225E}" srcId="{8A5FBBDB-CC70-4200-AD2B-DEC542FAD304}" destId="{8BB8DCA7-834B-4A99-AB5E-15B7AA1C6727}" srcOrd="0" destOrd="0" parTransId="{175B194E-5979-4A80-90D1-D695F450E50E}" sibTransId="{57DE7D71-C288-466C-8FB8-9D1A817DD23A}"/>
    <dgm:cxn modelId="{7E4A3535-8C40-4D14-B0D4-03AA120150DD}" srcId="{D93CFDB0-BBCD-475D-A24D-38CE945C0716}" destId="{86E9B3CC-C031-4C17-BF7E-902CB3FDFEE3}" srcOrd="0" destOrd="0" parTransId="{D0B2C3D1-FF01-4AF2-BC6A-6C97A2DC31B1}" sibTransId="{336C33A4-29A6-4AE0-AC63-BD09CE39969B}"/>
    <dgm:cxn modelId="{80D2733A-07A8-4D08-BDA1-79374CC77CFA}" srcId="{A6201B98-F4DD-41B0-9656-D119C8450987}" destId="{4580E17B-515D-46E3-B6A2-5CD43AE595EC}" srcOrd="1" destOrd="0" parTransId="{DECD4122-DB28-446F-A709-4331F1429552}" sibTransId="{2495B998-B68B-408B-9960-DF75DBCBBF3D}"/>
    <dgm:cxn modelId="{68A29D3E-E5A9-4ADB-BA06-A604BEF6181D}" srcId="{A6201B98-F4DD-41B0-9656-D119C8450987}" destId="{7F61A845-99F3-4BCF-9B88-3A27F19CB7BF}" srcOrd="0" destOrd="0" parTransId="{CE6E6B0E-0304-41D2-8F9C-F50B61BED171}" sibTransId="{ACA82A80-4423-4FA3-ACE2-1E11D8A781A3}"/>
    <dgm:cxn modelId="{6AB07543-EDD2-478F-A985-AEA5AE7A07FF}" type="presOf" srcId="{7F61A845-99F3-4BCF-9B88-3A27F19CB7BF}" destId="{C4C9D32D-696C-41A3-95F9-757CECFAA6A4}" srcOrd="1" destOrd="0" presId="urn:microsoft.com/office/officeart/2005/8/layout/target3"/>
    <dgm:cxn modelId="{B49A6D4B-3F26-42B3-BB48-7EBFE1C3596D}" type="presOf" srcId="{7F61A845-99F3-4BCF-9B88-3A27F19CB7BF}" destId="{0876D14B-0AB5-46A5-AB34-CA8DAA7C77C9}" srcOrd="0" destOrd="0" presId="urn:microsoft.com/office/officeart/2005/8/layout/target3"/>
    <dgm:cxn modelId="{AA2FEE70-3BD7-4C63-8464-C23A569341E1}" srcId="{A6201B98-F4DD-41B0-9656-D119C8450987}" destId="{D93CFDB0-BBCD-475D-A24D-38CE945C0716}" srcOrd="2" destOrd="0" parTransId="{488DFBC2-029C-4500-9202-5E38C2CF29AC}" sibTransId="{5713F6D6-33EB-4C87-BFC1-3379A427BED0}"/>
    <dgm:cxn modelId="{AA00F579-707A-4C2B-B554-EFA2F225F4E4}" type="presOf" srcId="{D93CFDB0-BBCD-475D-A24D-38CE945C0716}" destId="{80CADF24-550A-47DE-83CE-7DF11C63BB35}" srcOrd="1" destOrd="0" presId="urn:microsoft.com/office/officeart/2005/8/layout/target3"/>
    <dgm:cxn modelId="{B463028C-6B00-4E62-89C1-0E1B6F8F5DDA}" type="presOf" srcId="{D93CFDB0-BBCD-475D-A24D-38CE945C0716}" destId="{2D12C40F-1120-4334-B3FE-BC0885E01244}" srcOrd="0" destOrd="0" presId="urn:microsoft.com/office/officeart/2005/8/layout/target3"/>
    <dgm:cxn modelId="{ACBFEBAF-90FD-4D2A-80BB-5760CAD9B3F0}" type="presOf" srcId="{8A5FBBDB-CC70-4200-AD2B-DEC542FAD304}" destId="{969D0203-4F64-45DF-92D5-750F5AD90233}" srcOrd="0" destOrd="0" presId="urn:microsoft.com/office/officeart/2005/8/layout/target3"/>
    <dgm:cxn modelId="{0E4060B3-D26B-4C8B-8377-3CE849AFB8BE}" type="presOf" srcId="{4580E17B-515D-46E3-B6A2-5CD43AE595EC}" destId="{BFDBFB15-37FD-48C6-826F-1CCDED319D08}" srcOrd="0" destOrd="0" presId="urn:microsoft.com/office/officeart/2005/8/layout/target3"/>
    <dgm:cxn modelId="{589654B9-D241-4C6C-A0C8-2A65057E4721}" type="presOf" srcId="{8BB8DCA7-834B-4A99-AB5E-15B7AA1C6727}" destId="{34B01E26-1020-4F8E-9DF6-7A28EA05ADA9}" srcOrd="0" destOrd="0" presId="urn:microsoft.com/office/officeart/2005/8/layout/target3"/>
    <dgm:cxn modelId="{034AF1B9-1D99-47E8-9843-D25913BE0AD9}" srcId="{4580E17B-515D-46E3-B6A2-5CD43AE595EC}" destId="{80245847-6E1C-46CA-A20B-D90F7A892165}" srcOrd="0" destOrd="0" parTransId="{55AEF187-C338-4CBD-8630-1A4AF8D43427}" sibTransId="{9F33B720-02CB-46CA-A5D8-4A9EEA6B4D3A}"/>
    <dgm:cxn modelId="{4187A0CB-248B-4EC8-B2F8-F825C583939F}" type="presOf" srcId="{86E9B3CC-C031-4C17-BF7E-902CB3FDFEE3}" destId="{4529563F-3A70-47F3-83B8-60E7D62B2269}" srcOrd="0" destOrd="0" presId="urn:microsoft.com/office/officeart/2005/8/layout/target3"/>
    <dgm:cxn modelId="{E5A5ECD1-2EE2-4F80-A94D-1413F11BA5FD}" type="presOf" srcId="{4580E17B-515D-46E3-B6A2-5CD43AE595EC}" destId="{62D31F86-5388-403E-8B58-3CD314533EEF}" srcOrd="1" destOrd="0" presId="urn:microsoft.com/office/officeart/2005/8/layout/target3"/>
    <dgm:cxn modelId="{DB712DDE-EF9C-4C6F-A4C5-7E1658236A26}" type="presOf" srcId="{A6201B98-F4DD-41B0-9656-D119C8450987}" destId="{363A2BCA-FC69-47F8-BF97-A193E491982A}" srcOrd="0" destOrd="0" presId="urn:microsoft.com/office/officeart/2005/8/layout/target3"/>
    <dgm:cxn modelId="{C9D10DE9-A5F9-442F-AE4D-D76C5C538333}" srcId="{A6201B98-F4DD-41B0-9656-D119C8450987}" destId="{8A5FBBDB-CC70-4200-AD2B-DEC542FAD304}" srcOrd="3" destOrd="0" parTransId="{09C99207-72EC-4EB1-BE80-E432E4647ED9}" sibTransId="{765B0975-3F4E-4261-B107-75EAF7144ECE}"/>
    <dgm:cxn modelId="{262414FF-828D-4798-B034-1BED562EF432}" type="presOf" srcId="{8A5FBBDB-CC70-4200-AD2B-DEC542FAD304}" destId="{2DC158DA-C309-48D2-8B39-FC8BACA2EC74}" srcOrd="1" destOrd="0" presId="urn:microsoft.com/office/officeart/2005/8/layout/target3"/>
    <dgm:cxn modelId="{E14600B1-E966-4A5F-9FA2-EA21BBCE42CC}" type="presParOf" srcId="{363A2BCA-FC69-47F8-BF97-A193E491982A}" destId="{9D5B73C7-9286-4A29-A52B-B731C915073E}" srcOrd="0" destOrd="0" presId="urn:microsoft.com/office/officeart/2005/8/layout/target3"/>
    <dgm:cxn modelId="{3CF9DF86-A277-4321-A07C-34522F2C8B3E}" type="presParOf" srcId="{363A2BCA-FC69-47F8-BF97-A193E491982A}" destId="{27AE7841-CC8C-4508-82C5-50EDF5332CD8}" srcOrd="1" destOrd="0" presId="urn:microsoft.com/office/officeart/2005/8/layout/target3"/>
    <dgm:cxn modelId="{BEF38047-E097-436F-8DBC-496CB96783FD}" type="presParOf" srcId="{363A2BCA-FC69-47F8-BF97-A193E491982A}" destId="{0876D14B-0AB5-46A5-AB34-CA8DAA7C77C9}" srcOrd="2" destOrd="0" presId="urn:microsoft.com/office/officeart/2005/8/layout/target3"/>
    <dgm:cxn modelId="{452DFCE4-D65D-4089-9FFA-FCD7C1CC11C3}" type="presParOf" srcId="{363A2BCA-FC69-47F8-BF97-A193E491982A}" destId="{A5721437-6B48-45DC-B6B9-26B4CBB431EE}" srcOrd="3" destOrd="0" presId="urn:microsoft.com/office/officeart/2005/8/layout/target3"/>
    <dgm:cxn modelId="{C2BCB849-3AD0-4FCF-A481-B41B832D2BE1}" type="presParOf" srcId="{363A2BCA-FC69-47F8-BF97-A193E491982A}" destId="{54F0E965-F471-4CA5-84FC-5967D43E71A1}" srcOrd="4" destOrd="0" presId="urn:microsoft.com/office/officeart/2005/8/layout/target3"/>
    <dgm:cxn modelId="{180E0275-8886-40BE-80C2-BFACC615964B}" type="presParOf" srcId="{363A2BCA-FC69-47F8-BF97-A193E491982A}" destId="{BFDBFB15-37FD-48C6-826F-1CCDED319D08}" srcOrd="5" destOrd="0" presId="urn:microsoft.com/office/officeart/2005/8/layout/target3"/>
    <dgm:cxn modelId="{9802E0E8-7161-4BF1-BDE7-88EBBDD6EA50}" type="presParOf" srcId="{363A2BCA-FC69-47F8-BF97-A193E491982A}" destId="{55869BCB-B764-4293-9EFB-D4ED57DD1F57}" srcOrd="6" destOrd="0" presId="urn:microsoft.com/office/officeart/2005/8/layout/target3"/>
    <dgm:cxn modelId="{07A6EE4C-456F-452E-B3FF-53ED55FFD043}" type="presParOf" srcId="{363A2BCA-FC69-47F8-BF97-A193E491982A}" destId="{74CEA48E-5BF4-4DF9-BE9B-54E0AA7BE491}" srcOrd="7" destOrd="0" presId="urn:microsoft.com/office/officeart/2005/8/layout/target3"/>
    <dgm:cxn modelId="{14AB6AE2-061D-43F3-8C53-5365654C6CD9}" type="presParOf" srcId="{363A2BCA-FC69-47F8-BF97-A193E491982A}" destId="{2D12C40F-1120-4334-B3FE-BC0885E01244}" srcOrd="8" destOrd="0" presId="urn:microsoft.com/office/officeart/2005/8/layout/target3"/>
    <dgm:cxn modelId="{F6A54149-B1EA-4C21-8724-8F9883EF55AF}" type="presParOf" srcId="{363A2BCA-FC69-47F8-BF97-A193E491982A}" destId="{BE0EF525-B7F6-4BA3-8352-0ADA5F297830}" srcOrd="9" destOrd="0" presId="urn:microsoft.com/office/officeart/2005/8/layout/target3"/>
    <dgm:cxn modelId="{8181E16A-3C67-4591-A234-A69537A6D216}" type="presParOf" srcId="{363A2BCA-FC69-47F8-BF97-A193E491982A}" destId="{4ADD65B2-CEDC-463B-BB6F-91DD565350E7}" srcOrd="10" destOrd="0" presId="urn:microsoft.com/office/officeart/2005/8/layout/target3"/>
    <dgm:cxn modelId="{F53D6FF2-2CEA-419D-B77B-7613E64642CB}" type="presParOf" srcId="{363A2BCA-FC69-47F8-BF97-A193E491982A}" destId="{969D0203-4F64-45DF-92D5-750F5AD90233}" srcOrd="11" destOrd="0" presId="urn:microsoft.com/office/officeart/2005/8/layout/target3"/>
    <dgm:cxn modelId="{5A7937BF-8073-4B08-AFF2-2A1AA5188CF4}" type="presParOf" srcId="{363A2BCA-FC69-47F8-BF97-A193E491982A}" destId="{C4C9D32D-696C-41A3-95F9-757CECFAA6A4}" srcOrd="12" destOrd="0" presId="urn:microsoft.com/office/officeart/2005/8/layout/target3"/>
    <dgm:cxn modelId="{FDD44DCB-12BE-46A4-B673-7F1C7D580225}" type="presParOf" srcId="{363A2BCA-FC69-47F8-BF97-A193E491982A}" destId="{96B0D3BF-CBAE-4EA3-B28B-5B59A1D76DA3}" srcOrd="13" destOrd="0" presId="urn:microsoft.com/office/officeart/2005/8/layout/target3"/>
    <dgm:cxn modelId="{535D91B6-9DE6-4FE5-9D3A-38E5349B4083}" type="presParOf" srcId="{363A2BCA-FC69-47F8-BF97-A193E491982A}" destId="{62D31F86-5388-403E-8B58-3CD314533EEF}" srcOrd="14" destOrd="0" presId="urn:microsoft.com/office/officeart/2005/8/layout/target3"/>
    <dgm:cxn modelId="{A695B146-E77D-4540-8F22-133A1397B8BE}" type="presParOf" srcId="{363A2BCA-FC69-47F8-BF97-A193E491982A}" destId="{46A2E647-D7D1-4B40-A726-CAF46811C9F4}" srcOrd="15" destOrd="0" presId="urn:microsoft.com/office/officeart/2005/8/layout/target3"/>
    <dgm:cxn modelId="{5D859B3A-BE6C-4607-8B18-E8638E8B4C92}" type="presParOf" srcId="{363A2BCA-FC69-47F8-BF97-A193E491982A}" destId="{80CADF24-550A-47DE-83CE-7DF11C63BB35}" srcOrd="16" destOrd="0" presId="urn:microsoft.com/office/officeart/2005/8/layout/target3"/>
    <dgm:cxn modelId="{50408EA4-3F65-49AB-8296-E8D3D3BADA91}" type="presParOf" srcId="{363A2BCA-FC69-47F8-BF97-A193E491982A}" destId="{4529563F-3A70-47F3-83B8-60E7D62B2269}" srcOrd="17" destOrd="0" presId="urn:microsoft.com/office/officeart/2005/8/layout/target3"/>
    <dgm:cxn modelId="{D5365269-EEDA-4A89-8EF5-52F6C9EC82BD}" type="presParOf" srcId="{363A2BCA-FC69-47F8-BF97-A193E491982A}" destId="{2DC158DA-C309-48D2-8B39-FC8BACA2EC74}" srcOrd="18" destOrd="0" presId="urn:microsoft.com/office/officeart/2005/8/layout/target3"/>
    <dgm:cxn modelId="{118F34B4-FA8A-42E3-9044-6F3D59F91CBF}" type="presParOf" srcId="{363A2BCA-FC69-47F8-BF97-A193E491982A}" destId="{34B01E26-1020-4F8E-9DF6-7A28EA05ADA9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9CDB2D-B8F2-416E-9DBF-32FC0207D03B}">
      <dsp:nvSpPr>
        <dsp:cNvPr id="0" name=""/>
        <dsp:cNvSpPr/>
      </dsp:nvSpPr>
      <dsp:spPr>
        <a:xfrm>
          <a:off x="0" y="368040"/>
          <a:ext cx="9144000" cy="17416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b="1" i="1" u="sng" kern="1200" dirty="0"/>
            <a:t>AI-Learning Assistant</a:t>
          </a:r>
          <a:endParaRPr lang="en-IN" sz="6500" kern="1200" dirty="0"/>
        </a:p>
      </dsp:txBody>
      <dsp:txXfrm>
        <a:off x="85020" y="453060"/>
        <a:ext cx="8973960" cy="15716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5B73C7-9286-4A29-A52B-B731C915073E}">
      <dsp:nvSpPr>
        <dsp:cNvPr id="0" name=""/>
        <dsp:cNvSpPr/>
      </dsp:nvSpPr>
      <dsp:spPr>
        <a:xfrm>
          <a:off x="0" y="0"/>
          <a:ext cx="3613355" cy="361335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6D14B-0AB5-46A5-AB34-CA8DAA7C77C9}">
      <dsp:nvSpPr>
        <dsp:cNvPr id="0" name=""/>
        <dsp:cNvSpPr/>
      </dsp:nvSpPr>
      <dsp:spPr>
        <a:xfrm>
          <a:off x="1806677" y="0"/>
          <a:ext cx="7337322" cy="36133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Problem I Solve</a:t>
          </a:r>
          <a:endParaRPr lang="en-IN" sz="2000" kern="1200"/>
        </a:p>
      </dsp:txBody>
      <dsp:txXfrm>
        <a:off x="1806677" y="0"/>
        <a:ext cx="3668661" cy="767837"/>
      </dsp:txXfrm>
    </dsp:sp>
    <dsp:sp modelId="{54F0E965-F471-4CA5-84FC-5967D43E71A1}">
      <dsp:nvSpPr>
        <dsp:cNvPr id="0" name=""/>
        <dsp:cNvSpPr/>
      </dsp:nvSpPr>
      <dsp:spPr>
        <a:xfrm>
          <a:off x="474252" y="767837"/>
          <a:ext cx="2664849" cy="266484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DBFB15-37FD-48C6-826F-1CCDED319D08}">
      <dsp:nvSpPr>
        <dsp:cNvPr id="0" name=""/>
        <dsp:cNvSpPr/>
      </dsp:nvSpPr>
      <dsp:spPr>
        <a:xfrm>
          <a:off x="1806677" y="767837"/>
          <a:ext cx="7337322" cy="26648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Educational Challenges:</a:t>
          </a:r>
          <a:endParaRPr lang="en-IN" sz="2000" kern="1200"/>
        </a:p>
      </dsp:txBody>
      <dsp:txXfrm>
        <a:off x="1806677" y="767837"/>
        <a:ext cx="3668661" cy="767837"/>
      </dsp:txXfrm>
    </dsp:sp>
    <dsp:sp modelId="{74CEA48E-5BF4-4DF9-BE9B-54E0AA7BE491}">
      <dsp:nvSpPr>
        <dsp:cNvPr id="0" name=""/>
        <dsp:cNvSpPr/>
      </dsp:nvSpPr>
      <dsp:spPr>
        <a:xfrm>
          <a:off x="948505" y="1535675"/>
          <a:ext cx="1716343" cy="171634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2C40F-1120-4334-B3FE-BC0885E01244}">
      <dsp:nvSpPr>
        <dsp:cNvPr id="0" name=""/>
        <dsp:cNvSpPr/>
      </dsp:nvSpPr>
      <dsp:spPr>
        <a:xfrm>
          <a:off x="1806677" y="1535675"/>
          <a:ext cx="7337322" cy="171634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Need instant help but teachers aren’t always available</a:t>
          </a:r>
        </a:p>
      </dsp:txBody>
      <dsp:txXfrm>
        <a:off x="1806677" y="1535675"/>
        <a:ext cx="3668661" cy="767837"/>
      </dsp:txXfrm>
    </dsp:sp>
    <dsp:sp modelId="{4ADD65B2-CEDC-463B-BB6F-91DD565350E7}">
      <dsp:nvSpPr>
        <dsp:cNvPr id="0" name=""/>
        <dsp:cNvSpPr/>
      </dsp:nvSpPr>
      <dsp:spPr>
        <a:xfrm>
          <a:off x="1422758" y="2303513"/>
          <a:ext cx="767837" cy="76783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9D0203-4F64-45DF-92D5-750F5AD90233}">
      <dsp:nvSpPr>
        <dsp:cNvPr id="0" name=""/>
        <dsp:cNvSpPr/>
      </dsp:nvSpPr>
      <dsp:spPr>
        <a:xfrm>
          <a:off x="1806677" y="2303513"/>
          <a:ext cx="7337322" cy="7678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Help in multiple languages(Hindi &amp; English)</a:t>
          </a:r>
        </a:p>
      </dsp:txBody>
      <dsp:txXfrm>
        <a:off x="1806677" y="2303513"/>
        <a:ext cx="3668661" cy="767837"/>
      </dsp:txXfrm>
    </dsp:sp>
    <dsp:sp modelId="{46A2E647-D7D1-4B40-A726-CAF46811C9F4}">
      <dsp:nvSpPr>
        <dsp:cNvPr id="0" name=""/>
        <dsp:cNvSpPr/>
      </dsp:nvSpPr>
      <dsp:spPr>
        <a:xfrm>
          <a:off x="5475338" y="767837"/>
          <a:ext cx="3668661" cy="76783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kern="1200"/>
            <a:t>Students Struggle with complex concepts</a:t>
          </a:r>
        </a:p>
      </dsp:txBody>
      <dsp:txXfrm>
        <a:off x="5475338" y="767837"/>
        <a:ext cx="3668661" cy="767837"/>
      </dsp:txXfrm>
    </dsp:sp>
    <dsp:sp modelId="{4529563F-3A70-47F3-83B8-60E7D62B2269}">
      <dsp:nvSpPr>
        <dsp:cNvPr id="0" name=""/>
        <dsp:cNvSpPr/>
      </dsp:nvSpPr>
      <dsp:spPr>
        <a:xfrm>
          <a:off x="5475338" y="1535675"/>
          <a:ext cx="3668661" cy="76783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kern="1200"/>
            <a:t>Language barriers</a:t>
          </a:r>
        </a:p>
      </dsp:txBody>
      <dsp:txXfrm>
        <a:off x="5475338" y="1535675"/>
        <a:ext cx="3668661" cy="767837"/>
      </dsp:txXfrm>
    </dsp:sp>
    <dsp:sp modelId="{34B01E26-1020-4F8E-9DF6-7A28EA05ADA9}">
      <dsp:nvSpPr>
        <dsp:cNvPr id="0" name=""/>
        <dsp:cNvSpPr/>
      </dsp:nvSpPr>
      <dsp:spPr>
        <a:xfrm>
          <a:off x="5475338" y="2303513"/>
          <a:ext cx="3668661" cy="767837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kern="1200"/>
            <a:t>Homework image analysis</a:t>
          </a:r>
        </a:p>
      </dsp:txBody>
      <dsp:txXfrm>
        <a:off x="5475338" y="2303513"/>
        <a:ext cx="3668661" cy="7678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329E-819E-9321-43AC-C86765A574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DBFA10-2304-3A74-686E-0FB4899ED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77F9B-B9EF-5F71-9B13-EF2C72D5A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5FF3-D6B7-48CC-B995-193C0E19A024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EB86E-59AA-F887-059F-6599DCDA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DE47D-D5B7-8984-5DF7-53C2D6A69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F8BDE-2278-49D7-A5E7-ADA7B3CA0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44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6DA-B68D-B390-D971-03572FDED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1C383-929A-8BA4-9226-B6AA604E2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02DFA-E24F-9B0B-D5C6-E8751751A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5FF3-D6B7-48CC-B995-193C0E19A024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7C356-17F2-CA2F-82F4-667897685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B161A-0448-14F9-189C-14138D60D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F8BDE-2278-49D7-A5E7-ADA7B3CA0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253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5B9FC-C016-6553-CA94-BB57662B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BF0F7-E921-A055-7B88-E63B5DBF9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DBB89-E60F-BCEB-EDAB-D1A608370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5FF3-D6B7-48CC-B995-193C0E19A024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0FAF9-47E5-6D8A-A529-3D574D50E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E6246-0681-9CAE-355D-B6B8008F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F8BDE-2278-49D7-A5E7-ADA7B3CA0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999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F56C2-8D1D-643B-89DA-CA261F646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EE194-7844-10B9-66B7-CF71A9FE3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33021D-4B26-DA51-A195-E7706303F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F8E2B-1A05-23B0-DA95-A9F832B62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5FF3-D6B7-48CC-B995-193C0E19A024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BF77A-A8C5-C351-7898-66C1A7AB6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CC449-D327-15E7-2AC2-F856A2B4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F8BDE-2278-49D7-A5E7-ADA7B3CA0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29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385F1-07D0-FBE9-4A34-E6C79DBEF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70131-D5C7-DB89-4870-7C356DC1B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97657-013B-3412-FBF0-FD9209715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0F64B5-55E1-F0BD-75B8-DCC845957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7290D9-BC56-5A55-E425-DAD075434C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064A90-B70D-4011-BD34-EE112C25C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5FF3-D6B7-48CC-B995-193C0E19A024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11977D-D4C0-051E-0E4A-E61926A4E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F7CDA2-333E-089E-42BB-DDB7BC598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F8BDE-2278-49D7-A5E7-ADA7B3CA0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0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0D696-7828-CF0E-ACFB-5FEBA38DB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627273-4AF9-395E-285C-FA698F2D4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5FF3-D6B7-48CC-B995-193C0E19A024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CECCF-6078-E4D9-FBC4-7E3B4CA56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B3C61C-6E2C-B147-F649-F80E09603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F8BDE-2278-49D7-A5E7-ADA7B3CA0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916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357B12-3C56-C0DE-F6C0-F9F49D220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5FF3-D6B7-48CC-B995-193C0E19A024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9F41C7-D903-BF81-918E-24B44C2DF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9A90F-20BE-BF59-BACE-131E5BA8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F8BDE-2278-49D7-A5E7-ADA7B3CA0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938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C2D97-728C-4F3D-DD01-F6FC93CD2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E8F25-A5D1-54DE-3AD6-417D7AEF8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09A61-5BE4-811D-37EE-4D2DA0D90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5CBAF-E8AB-AD4E-0A4A-B95DEFB12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5FF3-D6B7-48CC-B995-193C0E19A024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A8F27-938E-5217-E07E-52DD90D19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72FD0-85D3-3246-C730-9FD359458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F8BDE-2278-49D7-A5E7-ADA7B3CA0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30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3167-A222-B43F-8289-C8C9BA3CA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0E7082-EFCC-0A12-E582-15693501D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6E958-18F3-DFA5-077D-27BA99E90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A0A86-B5B7-D5D9-1DFB-F9DE0BDE1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5FF3-D6B7-48CC-B995-193C0E19A024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92FAB-CB73-4DA0-2DB2-F07855E58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79264-D65C-AE05-8D64-D7D1091D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F8BDE-2278-49D7-A5E7-ADA7B3CA0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739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4309B-C301-DCB9-8AEF-330B5C455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B9DF79-73B5-B179-F009-79B6EFE2B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BCFF8-A927-3371-18E8-2FC55576F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5FF3-D6B7-48CC-B995-193C0E19A024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DAB91-A270-E567-FDB1-518AABD0B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FC1C9-3C1C-8F13-3DC9-C710201BD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F8BDE-2278-49D7-A5E7-ADA7B3CA0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310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221DD5-B52A-5F39-208B-352FF6DA07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7C7857-5A69-CD8B-B270-11A4383B7E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B34BD-EA98-9D43-59F2-DC8B9A8BA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5FF3-D6B7-48CC-B995-193C0E19A024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CBF15-273C-9025-EAA0-D06EE422F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666B6-0F4C-2398-9C86-2394AF059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F8BDE-2278-49D7-A5E7-ADA7B3CA0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191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8DD442-DA28-83A8-2B39-C8AFF934D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A64CE-CBF5-A5EF-4BF3-A086AA605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0F627-8217-E364-E0E8-C3AF2A6AD0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F5FF3-D6B7-48CC-B995-193C0E19A024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B7534-9DDB-C250-0798-B6E0AF71F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89E91-8807-13CE-4E3F-49C93B5441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6F8BDE-2278-49D7-A5E7-ADA7B3CA0F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990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80DABE2-6282-3FC0-79E6-7D69999567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6118089"/>
              </p:ext>
            </p:extLst>
          </p:nvPr>
        </p:nvGraphicFramePr>
        <p:xfrm>
          <a:off x="1524000" y="427704"/>
          <a:ext cx="9144000" cy="2477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75BD4B6-8E5A-1DF6-232A-FE99F2663FD7}"/>
              </a:ext>
            </a:extLst>
          </p:cNvPr>
          <p:cNvGraphicFramePr/>
          <p:nvPr/>
        </p:nvGraphicFramePr>
        <p:xfrm>
          <a:off x="1524000" y="3244645"/>
          <a:ext cx="9144000" cy="36133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054281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ycle with people with solid fill">
            <a:extLst>
              <a:ext uri="{FF2B5EF4-FFF2-40B4-BE49-F238E27FC236}">
                <a16:creationId xmlns:a16="http://schemas.microsoft.com/office/drawing/2014/main" id="{23D4BD55-B7FD-9ADD-282B-75E5BA0A3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676" y="701414"/>
            <a:ext cx="2488580" cy="2488580"/>
          </a:xfrm>
          <a:prstGeom prst="rect">
            <a:avLst/>
          </a:prstGeom>
        </p:spPr>
      </p:pic>
      <p:pic>
        <p:nvPicPr>
          <p:cNvPr id="5" name="Graphic 4" descr="Lights On with solid fill">
            <a:extLst>
              <a:ext uri="{FF2B5EF4-FFF2-40B4-BE49-F238E27FC236}">
                <a16:creationId xmlns:a16="http://schemas.microsoft.com/office/drawing/2014/main" id="{E42E6BCF-A38D-D746-36C5-12E431A722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48693" y="3586297"/>
            <a:ext cx="2644860" cy="2644860"/>
          </a:xfrm>
          <a:prstGeom prst="rect">
            <a:avLst/>
          </a:prstGeom>
        </p:spPr>
      </p:pic>
      <p:sp>
        <p:nvSpPr>
          <p:cNvPr id="71" name="Right Triangle 70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86A5A31-B10A-4793-84D4-D785959AE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201" y="623275"/>
            <a:ext cx="5141626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18CD5-73D1-C146-1AAB-E071585B64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9833" y="1188637"/>
            <a:ext cx="4218138" cy="15972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400"/>
              <a:t>Our solution</a:t>
            </a:r>
          </a:p>
        </p:txBody>
      </p:sp>
      <p:pic>
        <p:nvPicPr>
          <p:cNvPr id="9" name="Graphic 8" descr="Clipboard Partially Crossed outline">
            <a:extLst>
              <a:ext uri="{FF2B5EF4-FFF2-40B4-BE49-F238E27FC236}">
                <a16:creationId xmlns:a16="http://schemas.microsoft.com/office/drawing/2014/main" id="{96788C77-B193-347A-2A51-1872CF6D98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31990" y="701414"/>
            <a:ext cx="2488580" cy="248858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DB5B1BD-AAC6-00F3-3378-BBFEA0AAD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9832" y="2998278"/>
            <a:ext cx="3684551" cy="1893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300"/>
              <a:t>Study Groups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300"/>
              <a:t>Collaborative learning features for students to study together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3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300"/>
              <a:t>Practice Tests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300"/>
              <a:t>Generate custome quizzes and practice tests based on topics</a:t>
            </a:r>
          </a:p>
        </p:txBody>
      </p:sp>
    </p:spTree>
    <p:extLst>
      <p:ext uri="{BB962C8B-B14F-4D97-AF65-F5344CB8AC3E}">
        <p14:creationId xmlns:p14="http://schemas.microsoft.com/office/powerpoint/2010/main" val="1399400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59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Our 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Mschk214</dc:creator>
  <cp:lastModifiedBy>Mujeebur Rehman</cp:lastModifiedBy>
  <cp:revision>1</cp:revision>
  <dcterms:created xsi:type="dcterms:W3CDTF">2025-09-10T16:14:16Z</dcterms:created>
  <dcterms:modified xsi:type="dcterms:W3CDTF">2025-09-10T16:48:37Z</dcterms:modified>
</cp:coreProperties>
</file>